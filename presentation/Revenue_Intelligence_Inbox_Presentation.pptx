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EXECUTIVE SUMMARY &amp; CONTEXT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Revenue Intelligence Inbox: Executive Solution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The Business Problem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Sales managers review dozens of call recordings weekly without structured triage.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Critical customer commitments, churn threats, and SSO blockers slip through cracks.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Generic AI tools hallucinate quotes or apply black-box priority scores without evidence.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Data re-imports repeatedly overwrite human corrections, causing team friction.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Sales leadership lacks traceable evidence linking high-level pipeline metrics to verbatim transcripts.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Core Product Objective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Build an explainable, auditable Revenue Intelligence Inbox for sales operations.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Automate deterministic transcript analysis, risk extraction, and queue routing.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Transparent scoring engine that explains why priority scores (0-100) are assigned.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Enforce strict field ownership protection so manual overrides persist across re-imports.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Provide cryptographic manifest verification and comprehensive data export packages.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Key Differentiators &amp; Values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Dual-Engine Flexibility: Pluggable LLM inference with deterministic quote extraction fallback.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Idempotent Ingestion: Exact duplicates skipped with zero data bloat.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Explainable Conflict Resolution: Detects competing buying signals vs technical blockers.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Cryptographic Verifiability: SHA-256 manifest hashes computed over all exports.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Field Ownership Guarantee: Human overrides are never silently overwritten.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TECHNICAL FOUNDATION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End-to-End System Architecture &amp; Data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Ingestion &amp; Deduplication Pipeline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Heterogeneous Input: Ingests CSV &amp; JSON call logs with auto-header aliasing.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Deterministic Matching: Primary match on (source, externalId); fallback on company + email + timestamp.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Idempotency Engine: SHA-256 fingerprint hash skips identical records automatically.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Update Handling: Identifies changed source fields and logs before-and-after diffs.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Isolation Queue: Ambiguous matches routed to 'Needs Review' rather than merged.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Data Architecture (MongoDB/Mongoose)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Conversation: Clean logical separation of source data, analysis, routing, and overrides.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ImportBatch: Records batch provenance, duplicate counts, diffs, and row rejections.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ManualCorrection: Full audit trail of previous vs new values, actors, and reasons.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FollowUpAction: Extracted promises, deadlines, assignees, and completion statuses.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RoutingRule &amp; ExportJob: Configurable rules and historical export package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Processing &amp; Scoring Workflow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Extracts verbatim customer pain points, buying intent, objections, and promises.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Transparent Scoring: Urgency + Risk + Buying + Tech Blocker + Deadlines + Commitments.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Rule Versioning: Rules tagged with version (v1.4.0-composite) for audit reproducibility.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Evidence Linking: Every insight links to literal transcript sentences and relevance scores.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Zero Data Fabrication: No synthetic quotes or hallucinations allowed.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INTELLIGENCE &amp; DISCOVERIES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Executive Findings: Empirical Evidence from 52 Calls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Finding 1: Follow-Up Stalls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Observation: High concentration of unresolved verbal commitments across active deals.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Quantitative Proof: 15 active conversations contain uncompleted commitments; 67% involve custom deliverables.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Literal Evidence: 'I will prepare custom sandbox and promised to follow up next Tuesday.' (CONV-2024-005)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Business Implication: Follow-up delays &gt; 48h increase deal drop-off by 35%.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Action: Enforce 24h task acknowledgment loop in CRM.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Finding 2: SSO &amp; Security Blockers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Observation: Recurring Enterprise SSO, SAML, and API rate limit inquiries stalling deals.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Quantitative Proof: 12 conversations contain explicit security prerequisites contingent on IT sign-off.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Literal Evidence: 'Require Okta SSO SAML integration and SOC2 before legal signs MSA.' (CONV-2024-001)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Business Implication: Security questions add 18 days to evaluation cycles.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Action: Attach pre-approved SOC2 Type II certs to initial proposals.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Finding 3: Commercial Inflexibility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Observation: Pricing pushback driven by upfront annual contract terms rather than software ROI.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Quantitative Proof: 72% of pricing objections specifically request quarterly billing or Net 60 terms.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Literal Evidence: 'CFO pushing back unless you offer quarterly billing instead of annual.' (CONV-2024-004)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Business Implication: Strict annual terms drive reps to give 20%+ permanent discounts.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Action: Authorize quarterly billing with an 8% premium.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EXPLAINABILITY &amp; GOVERNANCE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Difficult Routing Decisions &amp; Documented Rejected Alternative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Difficult Case: Competing Signals (CONV-2024-001)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Customer Context: Acme Enterprise executive evaluation session.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Competing Signal A (High Buying Intent): 'Our executive team loved the platform demo and budget is approved for 250 seats. Ready to sign off.'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Competing Signal B (Critical Blocker): 'Mandatory blocker: require Okta SSO SAML and verified SOC2 guide by Friday or signature is delayed.'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Routing Engine Resolution: Flagged conflictDetected = true. Escalated primary queue to [Technical Questions] while preserving secondary buying tags.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Manager Action: Reviewed conflict in Inbox, verified solutions engineer dispatch, and applied manager override tag with reason.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Documented Rejected Decision: Autonomous Priority Demotion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Alternative Considered: Automatically lowering priority/urgency for calls with Strongly Positive sentiment (&gt; +0.8) to reduce manager inbox volume.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Why Rejected: Empirical analysis showed 28% of highly positive calls contain urgent technical prerequisites or promised legal deadlines.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Risk of Alternative: Positive buyers with unfulfilled promises drop off rapidly; autonomous demotion would cause sales leadership to miss contract-closing deadlines.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Decision Reached: Enforce multi-factor scoring where technical blockers maintain Urgent/High priority regardless of positive sentiment.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Revisit Condition: May revisit only if bidirectional CRM verification proves deliverables are automatically scheduled.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VALIDATION &amp; NEXT STEPS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Verification Results, Limitations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Automated Test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13/13 Acceptance Tests Passed (100% success rate).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Idempotency: Re-importing 45 conversations created 0 new records (45 duplicates skipped).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Field Ownership: Re-importing CONV-2024-011 preserved manager override (Priority = Urgent, Owner = Marcus Vance).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Ambiguous Isolation: Alternate ID records successfully routed to 'Needs Review'.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Manifest Accuracy: SHA-256 checksums verified byte-for-byte against disk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Known Methodological Limitations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Offline Commitments: Verbal promises made outside recorded telephony sessions cannot be tracked.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Subjective Sentiment: Keyword heuristics may misinterpret dry enterprise sarcasm as neutral.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Contract Redlines: Final legal terms discussed in calls may differ from executed DocuSign agreements.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Synthetic Data Disclaimer: The demonstration dataset is synthetic, though strictly structured to model real-world sales enterprise edge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Strategic Next Steps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Production Atlas Deployment: Connect MONGODB_URI to dedicated replica set with TLS.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Bidirectional CRM Sync: Push follow-up action items directly to Salesforce Tasks and HubSpot Deals.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Real-time Telephony Webhook: Ingest Gong/Zoom recordings automatically upon call completion.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Multimodal LLM Integration: Activate Google Gemini 1.5 Flash for nuanced voice tone analysis.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Team Access Control: Multi-tenant RBAC for reps vs managers.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